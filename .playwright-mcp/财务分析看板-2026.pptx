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65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微软雅黑"/>
              </a:defRPr>
            </a:pPr>
            <a:r>
              <a:t>白垩纪食品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微软雅黑"/>
              </a:defRPr>
            </a:pPr>
            <a:r>
              <a:t>财务分析报告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FDBFE"/>
                </a:solidFill>
                <a:latin typeface="微软雅黑"/>
              </a:defRPr>
            </a:pPr>
            <a:r>
              <a:t>2026年度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3C5FD"/>
                </a:solidFill>
                <a:latin typeface="微软雅黑"/>
              </a:defRPr>
            </a:pPr>
            <a:r>
              <a:t>生成日期: 2026-03-10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65A8"/>
                </a:solidFill>
                <a:latin typeface="微软雅黑"/>
              </a:defRPr>
            </a:pPr>
            <a:r>
              <a:t>预算完成情况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772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65A8"/>
                </a:solidFill>
                <a:latin typeface="微软雅黑"/>
              </a:defRPr>
            </a:pPr>
            <a:r>
              <a:t>同比环比分析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772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65A8"/>
                </a:solidFill>
                <a:latin typeface="微软雅黑"/>
              </a:defRPr>
            </a:pPr>
            <a:r>
              <a:t>损益表分析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772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65A8"/>
                </a:solidFill>
                <a:latin typeface="微软雅黑"/>
              </a:defRPr>
            </a:pPr>
            <a:r>
              <a:t>费用同比及预算达成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772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914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65A8"/>
                </a:solidFill>
                <a:latin typeface="微软雅黑"/>
              </a:defRPr>
            </a:pPr>
            <a:r>
              <a:t>AI 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46304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C3E50"/>
                </a:solidFill>
                <a:latin typeface="微软雅黑"/>
              </a:defRPr>
            </a:pPr>
            <a:r>
              <a:t>### 1. 核心发现</a:t>
            </a:r>
            <a:br/>
            <a:r>
              <a:t>*   **预算执行精准**：预算达成率 99.3%，表明年初预算编制充分覆盖了业务增长预期，且期末管控严格，无超支现象。</a:t>
            </a:r>
            <a:br/>
            <a:r>
              <a:t>*   **费用增速显著**：同比增幅达 30.7%，远高于行业常规通胀水平，需确认是否由产能扩张、原料涨价或合规升级驱动。</a:t>
            </a:r>
            <a:br/>
            <a:r>
              <a:t>*   **成本结构变化**：绝对值 6.57 万元虽低（推测为特定部门或项目），但 1.54 万元的增量在局部成本中占比重大，需关注其对单品成本的传导影响。</a:t>
            </a:r>
            <a:br/>
            <a:br/>
            <a:r>
              <a:t>### 2. 风险预警</a:t>
            </a:r>
            <a:br/>
            <a:r>
              <a:t>*   **投入产出错配**：若营收或产量未同步增长 30%，该费用中心的边际贡献将下降，直接侵蚀加工环节毛利率。</a:t>
            </a:r>
            <a:br/>
            <a:r>
              <a:t>*   **刚性成本固化**：若增长源于人力、租金或长期维保等固定费用，未来下调空间有限，将削弱企业应对市场波动的弹性。</a:t>
            </a:r>
            <a:br/>
            <a:r>
              <a:t>*   **合规性支出波动**：食品加工行业受监管影响大，需警惕新增质检、认证等一次性合规成本被误判为常态化运营费用。</a:t>
            </a:r>
            <a:br/>
            <a:br/>
            <a:r>
              <a:t>### 3. 改进建议</a:t>
            </a:r>
            <a:br/>
            <a:r>
              <a:t>*   **开展动因穿透分析**：将 30.7% 增量拆解至具体科目（如包材、能耗、人工），区分“业务驱动型”与“政策驱动型”支出。</a:t>
            </a:r>
            <a:br/>
            <a:r>
              <a:t>*   **实施弹性预算机制**：明年预算不再简单基于历史数据，应引入产量/销量系数，实现费用与业务规模的动态挂钩。</a:t>
            </a:r>
            <a:br/>
            <a:r>
              <a:t>*   **建立专项效能评估**：针对高增长科目进行 ROI 测算，例如对比新增检测费用与客诉率降低幅度，确保每一分投入均有业务价值支撑。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65A8"/>
                </a:solidFill>
                <a:latin typeface="微软雅黑"/>
              </a:defRPr>
            </a:pPr>
            <a:r>
              <a:t>各品类同期对比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772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65A8"/>
                </a:solidFill>
                <a:latin typeface="微软雅黑"/>
              </a:defRPr>
            </a:pPr>
            <a:r>
              <a:t>毛利率趋势分析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772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65A8"/>
                </a:solidFill>
                <a:latin typeface="微软雅黑"/>
              </a:defRPr>
            </a:pPr>
            <a:r>
              <a:t>品类结构同比分析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772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65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FDBFE"/>
                </a:solidFill>
                <a:latin typeface="微软雅黑"/>
              </a:defRPr>
            </a:pPr>
            <a:r>
              <a:t>白垩纪食品 · 2026年度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3C5FD"/>
                </a:solidFill>
                <a:latin typeface="微软雅黑"/>
              </a:defRPr>
            </a:pPr>
            <a:r>
              <a:t>由 SmartBI 智能生成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