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5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白垩纪食品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微软雅黑"/>
              </a:defRPr>
            </a:pPr>
            <a:r>
              <a:t>财务分析报告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FDBFE"/>
                </a:solidFill>
                <a:latin typeface="微软雅黑"/>
              </a:defRPr>
            </a:pPr>
            <a:r>
              <a:t>2026年度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3C5FD"/>
                </a:solidFill>
                <a:latin typeface="微软雅黑"/>
              </a:defRPr>
            </a:pPr>
            <a:r>
              <a:t>生成日期: 2026-03-10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预算完成情况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同比环比分析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损益表分析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费用同比及预算达成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各品类同期对比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毛利率趋势分析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65A8"/>
                </a:solidFill>
                <a:latin typeface="微软雅黑"/>
              </a:defRPr>
            </a:pPr>
            <a:r>
              <a:t>品类结构同比分析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5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FDBFE"/>
                </a:solidFill>
                <a:latin typeface="微软雅黑"/>
              </a:defRPr>
            </a:pPr>
            <a:r>
              <a:t>白垩纪食品 · 2026年度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3C5FD"/>
                </a:solidFill>
                <a:latin typeface="微软雅黑"/>
              </a:defRPr>
            </a:pPr>
            <a:r>
              <a:t>由 SmartBI 智能生成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