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月度经营分析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目录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一、月度简报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一、月度经营状况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1-12月营收完成情况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2. 5个营业点完成对比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3. 环比二期对比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4. 厨房档口毛利率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5. 损溢指标分析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6. 工作改进跟踪表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7. 费用开支明细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8. 费用科目预算达成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9. 人力成本 + 在职人数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10. 部门人均产出比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三、下月计划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下月营收计划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2. 下月毛利计划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3. 下月费用计划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4. 下月具体措施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